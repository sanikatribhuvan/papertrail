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Arimo Bold" charset="1" panose="020B07040202020202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skh.sanjivaniuniversity.com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45840" y="-783169"/>
            <a:ext cx="12596320" cy="3070298"/>
            <a:chOff x="0" y="0"/>
            <a:chExt cx="16834532" cy="4103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532" cy="4103344"/>
            </a:xfrm>
            <a:custGeom>
              <a:avLst/>
              <a:gdLst/>
              <a:ahLst/>
              <a:cxnLst/>
              <a:rect r="r" b="b" t="t" l="l"/>
              <a:pathLst>
                <a:path h="4103344" w="16834532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817" r="-23118" b="-49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834532" cy="4122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KOPARGOAN HACKATHON</a:t>
              </a:r>
            </a:p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Grand Finale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8369" y="2389646"/>
            <a:ext cx="7680960" cy="617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7" id="7">
              <a:hlinkClick r:id="rId3" tooltip="https://skh.sanjivaniuniversity.com"/>
            </p:cNvPr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49575" y="385961"/>
            <a:ext cx="5188849" cy="1901168"/>
            <a:chOff x="0" y="0"/>
            <a:chExt cx="6918465" cy="2534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8465" cy="2534890"/>
            </a:xfrm>
            <a:custGeom>
              <a:avLst/>
              <a:gdLst/>
              <a:ahLst/>
              <a:cxnLst/>
              <a:rect r="r" b="b" t="t" l="l"/>
              <a:pathLst>
                <a:path h="2534890" w="6918465">
                  <a:moveTo>
                    <a:pt x="0" y="0"/>
                  </a:moveTo>
                  <a:lnTo>
                    <a:pt x="6918465" y="0"/>
                  </a:lnTo>
                  <a:lnTo>
                    <a:pt x="691846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464" r="0" b="-864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918465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8369" y="16562"/>
            <a:ext cx="2100730" cy="2100730"/>
          </a:xfrm>
          <a:custGeom>
            <a:avLst/>
            <a:gdLst/>
            <a:ahLst/>
            <a:cxnLst/>
            <a:rect r="r" b="b" t="t" l="l"/>
            <a:pathLst>
              <a:path h="2100730" w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915" y="3646884"/>
            <a:ext cx="1810512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62366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265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404151"/>
            <a:ext cx="16459200" cy="1714500"/>
            <a:chOff x="0" y="0"/>
            <a:chExt cx="219456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2975" y="404151"/>
            <a:ext cx="16459200" cy="1714500"/>
            <a:chOff x="0" y="0"/>
            <a:chExt cx="219456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514209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840" y="3827145"/>
            <a:ext cx="138950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ils / Links of the reference and research work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4209"/>
            <a:ext cx="16459200" cy="1714500"/>
            <a:chOff x="0" y="0"/>
            <a:chExt cx="219456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27537" y="95529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612" y="3387533"/>
            <a:ext cx="17464249" cy="2927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presentation must not exceed 6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slides,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including the Title Slide.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Present your solution using bullet points, diagrams, infographics, flowcharts, or relevant visuals instead of lengthy paragraphs.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the content clear, concise, and easy to understand.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Ensure your proposed solution is innovative, original, and demonstrates novelty.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 only the official presentation template provided. Do not modify the template structure, slide sequence, or the required sections. 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DAHOT8uMH7M</dc:identifier>
  <dcterms:modified xsi:type="dcterms:W3CDTF">2011-08-01T06:04:30Z</dcterms:modified>
  <cp:revision>1</cp:revision>
  <dc:title>Blue Futuristic Minimalist Project Presentation</dc:title>
</cp:coreProperties>
</file>