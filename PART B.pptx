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40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u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868680" cy="868680"/>
          </a:xfrm>
          <a:prstGeom prst="rect">
            <a:avLst/>
          </a:prstGeom>
        </p:spPr>
      </p:pic>
      <p:pic>
        <p:nvPicPr>
          <p:cNvPr id="3" name="Image 1" descr="skh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232" y="256032"/>
            <a:ext cx="868680" cy="73837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" y="11612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800" dirty="0"/>
          </a:p>
        </p:txBody>
      </p:sp>
      <p:sp>
        <p:nvSpPr>
          <p:cNvPr id="5" name="Text 1"/>
          <p:cNvSpPr txBox="1"/>
          <p:nvPr/>
        </p:nvSpPr>
        <p:spPr>
          <a:xfrm>
            <a:off x="11000232" y="99441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SKH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1737360" y="228600"/>
            <a:ext cx="8714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KOPARGOAN HACKATHON</a:t>
            </a:r>
            <a:endParaRPr lang="en-US" sz="2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Grand Finale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1737360" y="1417320"/>
            <a:ext cx="8714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B: NEW PROBLEM STATEMENT / CHALLENGE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737360" y="1828800"/>
            <a:ext cx="8714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606040"/>
            <a:ext cx="10908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–   </a:t>
            </a:r>
            <a:r>
              <a:rPr lang="en-IN" b="1" dirty="0"/>
              <a:t>skh052</a:t>
            </a:r>
            <a:endParaRPr lang="en-US" sz="1800" b="1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–   </a:t>
            </a:r>
            <a:r>
              <a:rPr lang="en-US" b="1" dirty="0"/>
              <a:t>Resource-Constrained Civic Decision &amp; Response Platform for </a:t>
            </a:r>
            <a:r>
              <a:rPr lang="en-US" b="1" dirty="0" err="1"/>
              <a:t>Kopargaon</a:t>
            </a:r>
            <a:r>
              <a:rPr lang="en-US" b="1" dirty="0"/>
              <a:t> (via SKH020, government records lane)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Assigned (Live Scenario) –  </a:t>
            </a:r>
            <a:r>
              <a:rPr lang="en-IN" b="1" dirty="0"/>
              <a:t>Data-Store Blackout + Misinformation/Fake-Subm</a:t>
            </a:r>
            <a:r>
              <a:rPr lang="en-IN" dirty="0"/>
              <a:t>ission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Theme–   </a:t>
            </a:r>
            <a:r>
              <a:rPr lang="en-IN" b="1" dirty="0"/>
              <a:t>Digital Governance</a:t>
            </a:r>
            <a:endParaRPr lang="en-US" sz="1800" b="1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Category- Software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ID–   </a:t>
            </a:r>
            <a:r>
              <a:rPr lang="en-IN" b="1" dirty="0"/>
              <a:t>56EGZG</a:t>
            </a:r>
            <a:endParaRPr lang="en-US" sz="1800" b="1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 - </a:t>
            </a:r>
            <a:r>
              <a:rPr lang="en-IN" b="1" dirty="0" err="1"/>
              <a:t>PaperTrail</a:t>
            </a:r>
            <a:endParaRPr lang="en-US" sz="1800" b="1" dirty="0"/>
          </a:p>
        </p:txBody>
      </p:sp>
      <p:pic>
        <p:nvPicPr>
          <p:cNvPr id="10" name="Image 2" descr="footer_gradi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41732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PAPERTRAIL</a:t>
            </a:r>
            <a:endParaRPr lang="en-US" sz="1100" dirty="0"/>
          </a:p>
        </p:txBody>
      </p:sp>
      <p:pic>
        <p:nvPicPr>
          <p:cNvPr id="4" name="Image 0" descr="sk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01168"/>
            <a:ext cx="566928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320040"/>
            <a:ext cx="8714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 RESPONSE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u="sng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Solution's Response to the Live Scenario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63373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system responded to the live scenario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-"/>
            </a:pPr>
            <a:r>
              <a:rPr lang="en-US" sz="1600" b="1" dirty="0"/>
              <a:t>Data Loss:</a:t>
            </a:r>
            <a:r>
              <a:rPr lang="en-US" sz="1600" dirty="0"/>
              <a:t> Added backup memory to recover active data after storage failure.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-"/>
            </a:pPr>
            <a:r>
              <a:rPr lang="en-IN" sz="1600" b="1" dirty="0"/>
              <a:t>False Information:</a:t>
            </a:r>
            <a:r>
              <a:rPr lang="en-IN" sz="1600" dirty="0"/>
              <a:t> Checks reports/images and flags suspicious submissions.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-"/>
            </a:pPr>
            <a:r>
              <a:rPr lang="en-US" sz="1600" b="1" dirty="0"/>
              <a:t>Safe Decisions:</a:t>
            </a:r>
            <a:r>
              <a:rPr lang="en-US" sz="1600" dirty="0"/>
              <a:t> Suspicious data is held for verification before affecting the system. </a:t>
            </a:r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made and the reasoning behind them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-"/>
            </a:pPr>
            <a:r>
              <a:rPr lang="en-US" sz="1600" dirty="0"/>
              <a:t>Keep recent data in temporary memory.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-"/>
            </a:pPr>
            <a:r>
              <a:rPr lang="en-US" sz="1600" dirty="0"/>
              <a:t>Verify recovered data using </a:t>
            </a:r>
            <a:r>
              <a:rPr lang="en-US" sz="1600" b="1" dirty="0"/>
              <a:t>SHA-256</a:t>
            </a:r>
            <a:r>
              <a:rPr lang="en-US" sz="1600" dirty="0"/>
              <a:t>.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-"/>
            </a:pPr>
            <a:r>
              <a:rPr lang="en-US" sz="1600" b="1" dirty="0"/>
              <a:t>Flag and quarantine</a:t>
            </a:r>
            <a:r>
              <a:rPr lang="en-US" sz="1600" dirty="0"/>
              <a:t> suspicious submissions instead of deleting them.</a:t>
            </a:r>
            <a:endParaRPr lang="en-US" sz="1600" b="1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demonstrated live to the judges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-"/>
            </a:pPr>
            <a:r>
              <a:rPr lang="en-US" sz="1600" dirty="0"/>
              <a:t>Simulated data wipe → </a:t>
            </a:r>
            <a:r>
              <a:rPr lang="en-US" sz="1600" b="1" dirty="0"/>
              <a:t>recovered data</a:t>
            </a:r>
            <a:r>
              <a:rPr lang="en-US" sz="1600" dirty="0"/>
              <a:t>.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-"/>
            </a:pPr>
            <a:r>
              <a:rPr lang="en-IN" sz="1600" dirty="0"/>
              <a:t>Verified records → </a:t>
            </a:r>
            <a:r>
              <a:rPr lang="en-IN" sz="1600" b="1" dirty="0"/>
              <a:t>detected changes</a:t>
            </a:r>
            <a:r>
              <a:rPr lang="en-IN" sz="1600" dirty="0"/>
              <a:t>.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-"/>
            </a:pPr>
            <a:r>
              <a:rPr lang="en-US" sz="1600" dirty="0"/>
              <a:t>Submitted suspicious image/report → </a:t>
            </a:r>
            <a:r>
              <a:rPr lang="en-US" sz="1600" b="1" dirty="0"/>
              <a:t>flagged for review</a:t>
            </a:r>
            <a:r>
              <a:rPr lang="en-US" sz="1600" dirty="0"/>
              <a:t>.</a:t>
            </a:r>
          </a:p>
        </p:txBody>
      </p:sp>
      <p:pic>
        <p:nvPicPr>
          <p:cNvPr id="8" name="Image 1" descr="foot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548872" y="6355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41732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PAPERTRAIL</a:t>
            </a:r>
            <a:endParaRPr lang="en-US" sz="1100" dirty="0"/>
          </a:p>
        </p:txBody>
      </p:sp>
      <p:pic>
        <p:nvPicPr>
          <p:cNvPr id="4" name="Image 0" descr="sk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01168"/>
            <a:ext cx="566928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320040"/>
            <a:ext cx="8714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IMPLEMENTATION, FEASIBILITY &amp; IMPACT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69135" y="1076785"/>
            <a:ext cx="109087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Technologies/tools used to build the response within the challenge window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JavaScript / React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Web Crypto (SHA-256)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HTML Canvas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Leaflet Maps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QR Code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9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– challenges faced and how they were overcome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Storage failure →</a:t>
            </a:r>
            <a:r>
              <a:rPr lang="en-US" altLang="en-US" sz="1600" dirty="0">
                <a:latin typeface="Arial" panose="020B0604020202020204" pitchFamily="34" charset="0"/>
              </a:rPr>
              <a:t> Recovery buffer.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Fake submissions →</a:t>
            </a:r>
            <a:r>
              <a:rPr lang="en-US" altLang="en-US" sz="1600" dirty="0">
                <a:latin typeface="Arial" panose="020B0604020202020204" pitchFamily="34" charset="0"/>
              </a:rPr>
              <a:t> Verification + quarantine.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Unclear decisions →</a:t>
            </a:r>
            <a:r>
              <a:rPr lang="en-US" altLang="en-US" sz="1600" dirty="0">
                <a:latin typeface="Arial" panose="020B0604020202020204" pitchFamily="34" charset="0"/>
              </a:rPr>
              <a:t> Show reasons for the result. </a:t>
            </a:r>
          </a:p>
          <a:p>
            <a:pPr algn="l">
              <a:spcAft>
                <a:spcPts val="1400"/>
              </a:spcAft>
              <a:buSzPct val="100000"/>
            </a:pPr>
            <a:endParaRPr lang="en-US" sz="19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– how this response strengthens your original solution's real-world readiness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9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Better data recovery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Safer decisions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Tamper detection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More transparent system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900" dirty="0"/>
          </a:p>
        </p:txBody>
      </p:sp>
      <p:pic>
        <p:nvPicPr>
          <p:cNvPr id="7" name="Image 1" descr="foot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548872" y="6355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39A8EC7-A68C-4962-8114-0D8D3E336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41732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PAPERTRAIL</a:t>
            </a:r>
            <a:endParaRPr lang="en-US" sz="1100" dirty="0"/>
          </a:p>
        </p:txBody>
      </p:sp>
      <p:pic>
        <p:nvPicPr>
          <p:cNvPr id="4" name="Image 0" descr="sk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01168"/>
            <a:ext cx="566928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320040"/>
            <a:ext cx="8714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INSTRUCTIONS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54480"/>
            <a:ext cx="109087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presentation must not exceed 4 slides, including the Title Slide.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response using bullet points, diagrams, or relevant visuals instead of lengthy paragraphs.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content clear, concise, and directly tied to the challenge you were given.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what was actually built and demonstrated live during the challenge window — not planned or hypothetical work.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official presentation template provided. Do not modify the template structure, slide sequence, or the required sections.</a:t>
            </a:r>
            <a:endParaRPr lang="en-US" sz="1600" dirty="0"/>
          </a:p>
        </p:txBody>
      </p:sp>
      <p:pic>
        <p:nvPicPr>
          <p:cNvPr id="7" name="Image 1" descr="foot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548872" y="6355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419</Words>
  <Application>Microsoft Office PowerPoint</Application>
  <PresentationFormat>Widescreen</PresentationFormat>
  <Paragraphs>71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new</cp:lastModifiedBy>
  <cp:revision>5</cp:revision>
  <dcterms:created xsi:type="dcterms:W3CDTF">2026-08-29T20:46:36Z</dcterms:created>
  <dcterms:modified xsi:type="dcterms:W3CDTF">2026-08-30T03:27:40Z</dcterms:modified>
</cp:coreProperties>
</file>