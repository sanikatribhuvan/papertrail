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Arimo Bold" charset="1" panose="020B07040202020202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skh.sanjivaniuniversity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45840" y="-783169"/>
            <a:ext cx="12596320" cy="3070298"/>
            <a:chOff x="0" y="0"/>
            <a:chExt cx="16834532" cy="4103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532" cy="4103344"/>
            </a:xfrm>
            <a:custGeom>
              <a:avLst/>
              <a:gdLst/>
              <a:ahLst/>
              <a:cxnLst/>
              <a:rect r="r" b="b" t="t" l="l"/>
              <a:pathLst>
                <a:path h="4103344" w="16834532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817" r="-23118" b="-49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834532" cy="4122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KOPARGOAN HACKATHON</a:t>
              </a:r>
            </a:p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Grand Finale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8369" y="2389646"/>
            <a:ext cx="7680960" cy="617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</a:p>
          <a:p>
            <a:pPr>
              <a:defRPr sz="1800" b="1">
                <a:solidFill>
                  <a:srgbClr val="0B2545"/>
                </a:solidFill>
                <a:latin typeface="Arial"/>
              </a:defRPr>
            </a:pPr>
            <a:r>
              <a:t>SMART KOPARGAON HACKATHON 2026</a:t>
            </a:r>
          </a:p>
          <a:p>
            <a:pPr>
              <a:defRPr sz="1400" b="1">
                <a:solidFill>
                  <a:srgbClr val="EA580C"/>
                </a:solidFill>
                <a:latin typeface="Arial"/>
              </a:defRPr>
            </a:pPr>
            <a:r>
              <a:t>GRAND FINALE — PART A: EXISTING PROJECT</a:t>
            </a:r>
          </a:p>
          <a:p>
            <a:pPr>
              <a:defRPr sz="600" b="0">
                <a:solidFill>
                  <a:srgbClr val="000000"/>
                </a:solidFill>
                <a:latin typeface="Arial"/>
              </a:defRPr>
            </a:pPr>
          </a:p>
          <a:p>
            <a:pPr>
              <a:defRPr sz="1300" b="1">
                <a:solidFill>
                  <a:srgbClr val="0B2545"/>
                </a:solidFill>
                <a:latin typeface="Arial"/>
              </a:defRPr>
            </a:pPr>
            <a:r>
              <a:t>Problem Statement ID:  SKH020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Problem Statement Title:  Smart Digital Documentation System for Government Offices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Theme:  Digital Governance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PS Category:  Software</a:t>
            </a:r>
          </a:p>
          <a:p>
            <a:pPr>
              <a:defRPr sz="1300" b="1">
                <a:solidFill>
                  <a:srgbClr val="0B2545"/>
                </a:solidFill>
                <a:latin typeface="Arial"/>
              </a:defRPr>
            </a:pPr>
            <a:r>
              <a:t>Team ID:  56EGZG</a:t>
            </a:r>
          </a:p>
          <a:p>
            <a:pPr>
              <a:defRPr sz="1400" b="1">
                <a:solidFill>
                  <a:srgbClr val="0F766E"/>
                </a:solidFill>
                <a:latin typeface="Arial"/>
              </a:defRPr>
            </a:pPr>
            <a:r>
              <a:t>Team Name:  PaperTrail</a:t>
            </a:r>
          </a:p>
          <a:p>
            <a:pPr>
              <a:defRPr sz="1200" b="1">
                <a:solidFill>
                  <a:srgbClr val="0B2545"/>
                </a:solidFill>
                <a:latin typeface="Arial"/>
              </a:defRPr>
            </a:pPr>
            <a:r>
              <a:t>Project:  PaperTrail — Cryptographic Chain-of-Custody Audit Protocol</a:t>
            </a:r>
          </a:p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Team Members:  Abhidnya H. (BCS) | Sanika Tribhuvan (MCA) | Franklin (BCS)</a:t>
            </a:r>
          </a:p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College:  BPHE Society's Ahmednagar College &amp; IMS College, Ahmednagar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7" id="7">
              <a:hlinkClick r:id="rId3" tooltip="https://skh.sanjivaniuniversity.com"/>
            </p:cNvPr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49575" y="385961"/>
            <a:ext cx="5188849" cy="1901168"/>
            <a:chOff x="0" y="0"/>
            <a:chExt cx="6918465" cy="2534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8465" cy="2534890"/>
            </a:xfrm>
            <a:custGeom>
              <a:avLst/>
              <a:gdLst/>
              <a:ahLst/>
              <a:cxnLst/>
              <a:rect r="r" b="b" t="t" l="l"/>
              <a:pathLst>
                <a:path h="2534890" w="6918465">
                  <a:moveTo>
                    <a:pt x="0" y="0"/>
                  </a:moveTo>
                  <a:lnTo>
                    <a:pt x="6918465" y="0"/>
                  </a:lnTo>
                  <a:lnTo>
                    <a:pt x="691846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464" r="0" b="-864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918465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8369" y="16562"/>
            <a:ext cx="2100730" cy="2100730"/>
          </a:xfrm>
          <a:custGeom>
            <a:avLst/>
            <a:gdLst/>
            <a:ahLst/>
            <a:cxnLst/>
            <a:rect r="r" b="b" t="t" l="l"/>
            <a:pathLst>
              <a:path h="2100730" w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915" y="3646884"/>
            <a:ext cx="1810512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</a:p>
          <a:p>
            <a:pPr>
              <a:defRPr sz="1400" b="1">
                <a:solidFill>
                  <a:srgbClr val="0B2545"/>
                </a:solidFill>
                <a:latin typeface="Arial"/>
              </a:defRPr>
            </a:pPr>
            <a:r>
              <a:t>Project Title: PaperTrail — Tamper-Evident Document Custody Protocol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The Core Problem: Government physical documents (exam papers, 7/12 land mutation records, tender bids) pass through 10+ custodians (printing → transit → strongroom → center). When leaks or alterations occur, there is zero cryptographic proof of who changed it, when, or at which stage.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Proposed Solution (PaperTrail Protocol):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Genesis Sealing: Generates an immutable SHA-256 digital fingerprint &amp; QR code at creation (Checkpoint 0).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Checkpoint Handoff Verification: Re-hashes content at every physical handoff and validates against the previous hash pointer.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Instant Tamper Localization: Even a 1-character alteration produces an avalanche mismatch, flags the exact custodian &amp; stage, and triggers automated email alerts.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Innovation &amp; Uniqueness: 100% client-side zero-knowledge architecture using browser-native Web Crypto API. Requires zero server setup, runs completely offline on standard government PCs, and guarantees mathematical non-repudiation.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62366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265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</a:p>
          <a:p>
            <a:pPr>
              <a:defRPr sz="1400" b="1">
                <a:solidFill>
                  <a:srgbClr val="0B2545"/>
                </a:solidFill>
                <a:latin typeface="Arial"/>
              </a:defRPr>
            </a:pPr>
            <a:r>
              <a:t>Technical Architecture &amp; Implementation Methodology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Technology Stack: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Frontend Framework: React 19.2 + Tailwind CSS 4.3 + Vite 8.2 (Sub-second HMR, 258 KB bundle)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Cryptographic Engine: Web Crypto API (SubtleCrypto.digest SHA-256, native C++ performance &lt;1ms)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Scanner &amp; QR: html5-qrcode (Camera stream verification) + qrcode.react (Level H 30% error correction)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Alerting &amp; Persistence: EmailJS automated breach dispatcher + LocalStorage dual-keyed persistence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End-to-End Execution Pipeline: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1. Registration (Genesis Vault) → Live SHA-256 computation as user types → Sealed Document &amp; QR created.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2. Handoff Verifier → Camera QR Scan or auto-suggest ID → Custodian re-hashes content → Hash pointer check.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3. Audit Timeline &amp; Ledger → Interactive vertical visual chain (Blue=Sealed, Green=Verified, Red=Tampered) with side-by-side hash diff and JSON audit export.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404151"/>
            <a:ext cx="16459200" cy="1714500"/>
            <a:chOff x="0" y="0"/>
            <a:chExt cx="219456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2975" y="404151"/>
            <a:ext cx="16459200" cy="1714500"/>
            <a:chOff x="0" y="0"/>
            <a:chExt cx="219456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</a:p>
          <a:p>
            <a:pPr>
              <a:defRPr sz="1400" b="1">
                <a:solidFill>
                  <a:srgbClr val="0B2545"/>
                </a:solidFill>
                <a:latin typeface="Arial"/>
              </a:defRPr>
            </a:pPr>
            <a:r>
              <a:t>Feasibility Analysis, Risk Management &amp; Live Challenge Resilience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Technical Feasibility &amp; Viability: Zero infrastructure cost, zero server latency, zero database licensing. Operates on standard government desktop/mobile web browsers with native hardware-accelerated hashing.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Overcoming Hackathon Live Challenges: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Challenge 1 (Mid-Flight Data Blackout/Wipe): Solved via in-memory shadowing refs + printed QR token re-anchoring. In-flight transactions continue in memory and can be re-synced instantly without data loss.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Challenge 2 (Misinformation &amp; Fake Submissions): Solved via cryptographic genesis authority binding. Any forged document or fake claim is immediately debunked via instant public QR verification.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Future Scalability Roadmap: Seamless integration with DigiLocker API, Aadhaar e-Sign custodian authentication, and optional decentralized anchoring on Ethereum/Polygon smart contracts.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514209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</a:p>
          <a:p>
            <a:pPr>
              <a:defRPr sz="1400" b="1">
                <a:solidFill>
                  <a:srgbClr val="0B2545"/>
                </a:solidFill>
                <a:latin typeface="Arial"/>
              </a:defRPr>
            </a:pPr>
            <a:r>
              <a:t>High-Impact Governance, Economic &amp; Social Benefits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Educational &amp; Examination Integrity: Eliminates paper leak vulnerabilities in recruitment &amp; entrance exams (MPSC, NEET, TET), safeguarding the futures of millions of students and preventing multi-crore re-examination expenses.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Land Revenue &amp; Citizen Security: Protects Talathi 7/12 land mutation records from unauthorized alteration, drastically reducing civil court litigation and land grabbing.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Public Procurement Accountability: Prevents tender bid tampering and post-submission alterations, addressing over ₹1,200 Cr in public sector procurement damages.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Statutory Compliance &amp; Trust: 100% compliant with RTI Act 2005 Sec 4(1)(b) proactive disclosure and the Public Examinations (Prevention of Unfair Means) Act 2024.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840" y="3827145"/>
            <a:ext cx="138950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</a:p>
          <a:p>
            <a:pPr>
              <a:defRPr sz="1400" b="1">
                <a:solidFill>
                  <a:srgbClr val="0B2545"/>
                </a:solidFill>
                <a:latin typeface="Arial"/>
              </a:defRPr>
            </a:pPr>
            <a:r>
              <a:t>Research Grounding, Cryptographic Standards &amp; Statutory Citations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Cryptographic &amp; Web Standards: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NIST FIPS 180-4: Secure Hash Standard (SHA-256 Specification &amp; Collision Resistance)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W3C Web Cryptography API Recommendation (SubtleCrypto Digest Architecture)</a:t>
            </a:r>
          </a:p>
          <a:p>
            <a:pPr>
              <a:defRPr sz="1200" b="1">
                <a:solidFill>
                  <a:srgbClr val="0F766E"/>
                </a:solidFill>
                <a:latin typeface="Arial"/>
              </a:defRPr>
            </a:pPr>
            <a:r>
              <a:t>• Legal &amp; Statutory Governance Frameworks: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Public Examinations (Prevention of Unfair Means) Act, 2024 (Section 3 &amp; 4: Chain-of-Custody Security)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Right to Information Act, 2005 (Section 4(1)(b): Proactive Cryptographic Public Disclosure)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   - Maharashtra Land Revenue Code, 1966 (Sec 148: Record of Rights &amp; Mutation Verification)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Empirical Incident Studies: 2024 UGC-NET unauthorized digital transit vector; 2024 Maharashtra TET audit.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4209"/>
            <a:ext cx="16459200" cy="1714500"/>
            <a:chOff x="0" y="0"/>
            <a:chExt cx="219456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27537" y="95529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612" y="3387533"/>
            <a:ext cx="17464249" cy="292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presentation must not exceed 6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slides,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including the Title Slide.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Present your solution using bullet points, diagrams, infographics, flowcharts, or relevant visuals instead of lengthy paragraphs.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the content clear, concise, and easy to understand.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Ensure your proposed solution is innovative, original, and demonstrates novelty.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 only the official presentation template provided. Do not modify the template structure, slide sequence, or the required sections. 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DAHOT8uMH7M</dc:identifier>
  <dcterms:modified xsi:type="dcterms:W3CDTF">2011-08-01T06:04:30Z</dcterms:modified>
  <cp:revision>1</cp:revision>
  <dc:title>Blue Futuristic Minimalist Project Presentation</dc:title>
</cp:coreProperties>
</file>